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60" r:id="rId5"/>
    <p:sldId id="278" r:id="rId6"/>
    <p:sldId id="261" r:id="rId7"/>
    <p:sldId id="263" r:id="rId8"/>
    <p:sldId id="269" r:id="rId9"/>
    <p:sldId id="270" r:id="rId10"/>
    <p:sldId id="264" r:id="rId11"/>
    <p:sldId id="271" r:id="rId12"/>
    <p:sldId id="268" r:id="rId13"/>
    <p:sldId id="265" r:id="rId14"/>
    <p:sldId id="272" r:id="rId15"/>
    <p:sldId id="273" r:id="rId16"/>
    <p:sldId id="274" r:id="rId17"/>
    <p:sldId id="275" r:id="rId18"/>
    <p:sldId id="276" r:id="rId19"/>
    <p:sldId id="277" r:id="rId20"/>
    <p:sldId id="266" r:id="rId21"/>
    <p:sldId id="267" r:id="rId22"/>
    <p:sldId id="259" r:id="rId23"/>
  </p:sldIdLst>
  <p:sldSz cx="12192000" cy="6858000"/>
  <p:notesSz cx="6858000" cy="9144000"/>
  <p:embeddedFontLst>
    <p:embeddedFont>
      <p:font typeface="Algerian" panose="04020705040A02060702" pitchFamily="82" charset="0"/>
      <p:regular r:id="rId25"/>
    </p:embeddedFont>
    <p:embeddedFont>
      <p:font typeface="Arial Unicode MS" panose="020B0604020202020204" pitchFamily="34" charset="-128"/>
      <p:regular r:id="rId26"/>
    </p:embeddedFont>
    <p:embeddedFont>
      <p:font typeface="Lato Black" panose="020F0502020204030203" pitchFamily="34" charset="0"/>
      <p:bold r:id="rId27"/>
      <p:boldItalic r:id="rId28"/>
    </p:embeddedFont>
    <p:embeddedFont>
      <p:font typeface="Libre Baskerville" panose="020000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08" autoAdjust="0"/>
    <p:restoredTop sz="94660"/>
  </p:normalViewPr>
  <p:slideViewPr>
    <p:cSldViewPr snapToGrid="0">
      <p:cViewPr varScale="1">
        <p:scale>
          <a:sx n="74" d="100"/>
          <a:sy n="74" d="100"/>
        </p:scale>
        <p:origin x="47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nikhilesh" userId="eec211359e15ca6d" providerId="LiveId" clId="{C0699714-5650-4C4B-BC13-17A46665D7F1}"/>
    <pc:docChg chg="delSld modSld">
      <pc:chgData name="sai nikhilesh" userId="eec211359e15ca6d" providerId="LiveId" clId="{C0699714-5650-4C4B-BC13-17A46665D7F1}" dt="2026-03-28T04:15:47.344" v="172" actId="113"/>
      <pc:docMkLst>
        <pc:docMk/>
      </pc:docMkLst>
      <pc:sldChg chg="modSp modAnim">
        <pc:chgData name="sai nikhilesh" userId="eec211359e15ca6d" providerId="LiveId" clId="{C0699714-5650-4C4B-BC13-17A46665D7F1}" dt="2026-03-28T03:55:00.052" v="159" actId="20577"/>
        <pc:sldMkLst>
          <pc:docMk/>
          <pc:sldMk cId="0" sldId="256"/>
        </pc:sldMkLst>
        <pc:spChg chg="mod">
          <ac:chgData name="sai nikhilesh" userId="eec211359e15ca6d" providerId="LiveId" clId="{C0699714-5650-4C4B-BC13-17A46665D7F1}" dt="2026-03-28T03:55:00.052" v="159" actId="20577"/>
          <ac:spMkLst>
            <pc:docMk/>
            <pc:sldMk cId="0" sldId="256"/>
            <ac:spMk id="99" creationId="{00000000-0000-0000-0000-000000000000}"/>
          </ac:spMkLst>
        </pc:spChg>
      </pc:sldChg>
      <pc:sldChg chg="modSp modAnim">
        <pc:chgData name="sai nikhilesh" userId="eec211359e15ca6d" providerId="LiveId" clId="{C0699714-5650-4C4B-BC13-17A46665D7F1}" dt="2026-03-28T04:12:34.036" v="166" actId="20577"/>
        <pc:sldMkLst>
          <pc:docMk/>
          <pc:sldMk cId="0" sldId="258"/>
        </pc:sldMkLst>
        <pc:spChg chg="mod">
          <ac:chgData name="sai nikhilesh" userId="eec211359e15ca6d" providerId="LiveId" clId="{C0699714-5650-4C4B-BC13-17A46665D7F1}" dt="2026-03-28T04:12:34.036" v="166" actId="20577"/>
          <ac:spMkLst>
            <pc:docMk/>
            <pc:sldMk cId="0" sldId="258"/>
            <ac:spMk id="111" creationId="{00000000-0000-0000-0000-000000000000}"/>
          </ac:spMkLst>
        </pc:spChg>
      </pc:sldChg>
      <pc:sldChg chg="modSp">
        <pc:chgData name="sai nikhilesh" userId="eec211359e15ca6d" providerId="LiveId" clId="{C0699714-5650-4C4B-BC13-17A46665D7F1}" dt="2026-03-28T04:11:30.596" v="164" actId="20577"/>
        <pc:sldMkLst>
          <pc:docMk/>
          <pc:sldMk cId="3635516734" sldId="261"/>
        </pc:sldMkLst>
        <pc:spChg chg="mod">
          <ac:chgData name="sai nikhilesh" userId="eec211359e15ca6d" providerId="LiveId" clId="{C0699714-5650-4C4B-BC13-17A46665D7F1}" dt="2026-03-28T04:11:30.596" v="164" actId="20577"/>
          <ac:spMkLst>
            <pc:docMk/>
            <pc:sldMk cId="3635516734" sldId="261"/>
            <ac:spMk id="4" creationId="{26C57AED-CDA8-F65C-1D94-C3245DECE6BC}"/>
          </ac:spMkLst>
        </pc:spChg>
      </pc:sldChg>
      <pc:sldChg chg="del">
        <pc:chgData name="sai nikhilesh" userId="eec211359e15ca6d" providerId="LiveId" clId="{C0699714-5650-4C4B-BC13-17A46665D7F1}" dt="2026-03-28T04:12:26.534" v="165" actId="2696"/>
        <pc:sldMkLst>
          <pc:docMk/>
          <pc:sldMk cId="1854977724" sldId="262"/>
        </pc:sldMkLst>
      </pc:sldChg>
      <pc:sldChg chg="addSp modSp mod modAnim">
        <pc:chgData name="sai nikhilesh" userId="eec211359e15ca6d" providerId="LiveId" clId="{C0699714-5650-4C4B-BC13-17A46665D7F1}" dt="2026-03-28T04:15:47.344" v="172" actId="113"/>
        <pc:sldMkLst>
          <pc:docMk/>
          <pc:sldMk cId="1363168073" sldId="263"/>
        </pc:sldMkLst>
        <pc:spChg chg="mod">
          <ac:chgData name="sai nikhilesh" userId="eec211359e15ca6d" providerId="LiveId" clId="{C0699714-5650-4C4B-BC13-17A46665D7F1}" dt="2026-03-28T04:15:47.344" v="172" actId="113"/>
          <ac:spMkLst>
            <pc:docMk/>
            <pc:sldMk cId="1363168073" sldId="263"/>
            <ac:spMk id="4" creationId="{81FC3D32-3126-55E8-23DB-6BBD1ACC99C4}"/>
          </ac:spMkLst>
        </pc:spChg>
        <pc:cxnChg chg="add mod">
          <ac:chgData name="sai nikhilesh" userId="eec211359e15ca6d" providerId="LiveId" clId="{C0699714-5650-4C4B-BC13-17A46665D7F1}" dt="2026-03-27T17:52:55.102" v="91" actId="13822"/>
          <ac:cxnSpMkLst>
            <pc:docMk/>
            <pc:sldMk cId="1363168073" sldId="263"/>
            <ac:cxnSpMk id="5" creationId="{0E766F96-483B-5A46-1BB0-FB61B405BA03}"/>
          </ac:cxnSpMkLst>
        </pc:cxnChg>
        <pc:cxnChg chg="add mod">
          <ac:chgData name="sai nikhilesh" userId="eec211359e15ca6d" providerId="LiveId" clId="{C0699714-5650-4C4B-BC13-17A46665D7F1}" dt="2026-03-27T17:53:09.379" v="94" actId="13822"/>
          <ac:cxnSpMkLst>
            <pc:docMk/>
            <pc:sldMk cId="1363168073" sldId="263"/>
            <ac:cxnSpMk id="8" creationId="{B5F3F678-AE0E-8CF6-DA4A-C1FC16C2AB7A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50761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Fridge Temperature Controller Using Python</a:t>
            </a:r>
            <a:endParaRPr sz="1800" b="1" u="sng" strike="noStrike" cap="none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CA44B8-C928-CED3-70C1-D49904A3F541}"/>
              </a:ext>
            </a:extLst>
          </p:cNvPr>
          <p:cNvSpPr txBox="1"/>
          <p:nvPr/>
        </p:nvSpPr>
        <p:spPr>
          <a:xfrm>
            <a:off x="8822028" y="5320007"/>
            <a:ext cx="24598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Presented by </a:t>
            </a:r>
            <a:r>
              <a:rPr lang="en-US" sz="1800" b="1" dirty="0"/>
              <a:t>:</a:t>
            </a:r>
          </a:p>
          <a:p>
            <a:r>
              <a:rPr lang="en-US" sz="1800" b="1" dirty="0"/>
              <a:t>D. Sai Nikhilesh</a:t>
            </a:r>
          </a:p>
          <a:p>
            <a:r>
              <a:rPr lang="en-US" sz="1800" b="1" dirty="0">
                <a:solidFill>
                  <a:srgbClr val="FF0000"/>
                </a:solidFill>
              </a:rPr>
              <a:t>Batch No </a:t>
            </a:r>
            <a:r>
              <a:rPr lang="en-US" sz="1800" b="1" dirty="0"/>
              <a:t>: 504</a:t>
            </a:r>
            <a:endParaRPr lang="en-IN" sz="1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324625" y="1183262"/>
            <a:ext cx="12112725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Background: </a:t>
            </a:r>
          </a:p>
          <a:p>
            <a:pPr lvl="2">
              <a:buClr>
                <a:schemeClr val="dk1"/>
              </a:buClr>
              <a:buSzPts val="2400"/>
            </a:pPr>
            <a:r>
              <a:rPr lang="en-IN" sz="24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completed my 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Bachelor of Technology in CSE(AI-ML) from Gitam University 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Why you want to learn Data Science: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IN" sz="24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IN" sz="24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I want to learn Data Science </a:t>
            </a:r>
            <a:r>
              <a:rPr lang="en-US" sz="24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because I want to get a high payable job in feature</a:t>
            </a:r>
            <a:endParaRPr sz="24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Any work experience:</a:t>
            </a:r>
          </a:p>
          <a:p>
            <a:pPr lvl="1">
              <a:buClr>
                <a:schemeClr val="dk1"/>
              </a:buClr>
              <a:buSzPts val="2400"/>
            </a:pPr>
            <a:r>
              <a:rPr lang="en-IN" sz="24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IN" sz="24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So, far I have no </a:t>
            </a:r>
            <a:r>
              <a:rPr lang="en-US" sz="24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experience </a:t>
            </a:r>
            <a:endParaRPr sz="24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LinkedIn : </a:t>
            </a:r>
            <a:r>
              <a:rPr lang="en-IN" sz="24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https://www.linkedin.com/in/sai-nikhilesh-0a4581361/</a:t>
            </a:r>
            <a:r>
              <a:rPr lang="en-IN" sz="24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IN" sz="24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IN" sz="24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6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4000" b="1" i="0" u="sng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 Black"/>
              </a:rPr>
              <a:t>About</a:t>
            </a:r>
            <a:r>
              <a:rPr lang="en-IN" sz="3200" b="0" i="0" u="sng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IN" sz="3200" b="0" i="0" u="sng" strike="noStrike" cap="none" dirty="0">
                <a:solidFill>
                  <a:schemeClr val="tx1"/>
                </a:solidFill>
                <a:latin typeface="Lato Black"/>
                <a:ea typeface="Lato Black"/>
                <a:cs typeface="Lato Black"/>
                <a:sym typeface="Lato Black"/>
              </a:rPr>
              <a:t>Me</a:t>
            </a:r>
            <a:endParaRPr sz="1800" b="0" i="0" u="sng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491808" y="26295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u="sng" dirty="0">
                <a:solidFill>
                  <a:srgbClr val="FF0000"/>
                </a:solidFill>
              </a:rPr>
              <a:t>Agenda</a:t>
            </a:r>
            <a:endParaRPr b="1" u="sng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Introduction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Business Problem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Objective of the Project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Concepts Used</a:t>
            </a:r>
          </a:p>
          <a:p>
            <a:pPr lvl="0" indent="-431800">
              <a:buSzPts val="2400"/>
            </a:pPr>
            <a:r>
              <a:rPr lang="en-IN" sz="2400" b="1" dirty="0"/>
              <a:t>Working of the System</a:t>
            </a:r>
            <a:endParaRPr sz="2400" b="1" dirty="0"/>
          </a:p>
          <a:p>
            <a:pPr lvl="0" indent="-431800">
              <a:buSzPts val="2400"/>
            </a:pPr>
            <a:r>
              <a:rPr lang="en-US" sz="2400" b="1" dirty="0">
                <a:solidFill>
                  <a:schemeClr val="tx1"/>
                </a:solidFill>
              </a:rPr>
              <a:t>Working Of Methods</a:t>
            </a:r>
          </a:p>
          <a:p>
            <a:pPr lvl="0" indent="-431800">
              <a:buSzPts val="2400"/>
            </a:pPr>
            <a:r>
              <a:rPr lang="en-US" sz="2400" b="1" dirty="0">
                <a:solidFill>
                  <a:schemeClr val="tx1"/>
                </a:solidFill>
              </a:rPr>
              <a:t>Execution of Code</a:t>
            </a:r>
          </a:p>
          <a:p>
            <a:pPr lvl="0" indent="-431800">
              <a:buSzPts val="2400"/>
            </a:pPr>
            <a:r>
              <a:rPr lang="en-IN" sz="2400" b="1" dirty="0"/>
              <a:t>Conclusion  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Q&amp;A Slide </a:t>
            </a: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A6F885-3A0F-7236-4BA2-97D6E2BFBBFF}"/>
              </a:ext>
            </a:extLst>
          </p:cNvPr>
          <p:cNvSpPr txBox="1"/>
          <p:nvPr/>
        </p:nvSpPr>
        <p:spPr>
          <a:xfrm>
            <a:off x="486178" y="1351508"/>
            <a:ext cx="1150405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A Smart Fridge System is a digital simulation of a refrigerator that allows users to monitor and control temperature using programmed commands, similar to real modern appliances.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The purpose of this project is to implement a simple fridge control system using Python while applying Object-Oriented Programming concepts like classes and inheritance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This project has real-world relevance as it mimics how actual refrigerators maintain temperature limits, provide preset modes (like quick freeze), and offer user-friendly control systems for efficient cooling and food preservation.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7DB85A-3E3E-04E0-ED63-9AF5B67C67AD}"/>
              </a:ext>
            </a:extLst>
          </p:cNvPr>
          <p:cNvSpPr txBox="1"/>
          <p:nvPr/>
        </p:nvSpPr>
        <p:spPr>
          <a:xfrm>
            <a:off x="486177" y="316190"/>
            <a:ext cx="60981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488378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F0BAD-B3B6-564F-1DE3-198BFE0A6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FF0000"/>
                </a:solidFill>
              </a:rPr>
              <a:t>Business Problem</a:t>
            </a:r>
            <a:endParaRPr lang="en-IN" b="1" u="sng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B4F7D8-88C5-A74D-EBC1-C2E7E6DD9ED6}"/>
              </a:ext>
            </a:extLst>
          </p:cNvPr>
          <p:cNvSpPr txBox="1"/>
          <p:nvPr/>
        </p:nvSpPr>
        <p:spPr>
          <a:xfrm>
            <a:off x="838200" y="1584101"/>
            <a:ext cx="11049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Modern households and commercial kitchens need precise temperature control to keep food fresh, safe, and energy-efficient. Traditional refrigerators require manual adjustment and lack intelligent modes.</a:t>
            </a:r>
          </a:p>
          <a:p>
            <a:pPr>
              <a:buNone/>
            </a:pPr>
            <a:r>
              <a:rPr lang="en-US" sz="2400" dirty="0"/>
              <a:t>So, the business wants to build a Smart Refrigerator System that:</a:t>
            </a:r>
          </a:p>
          <a:p>
            <a:pPr>
              <a:buNone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Allows users to monitor temperature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Let's users adjust temperature easily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Provides predefined modes for convenience (Quick Freeze, Normal Mode)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Prevents invalid temperature settings (too high or too low)</a:t>
            </a:r>
          </a:p>
        </p:txBody>
      </p:sp>
    </p:spTree>
    <p:extLst>
      <p:ext uri="{BB962C8B-B14F-4D97-AF65-F5344CB8AC3E}">
        <p14:creationId xmlns:p14="http://schemas.microsoft.com/office/powerpoint/2010/main" val="3778235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3BB84-5909-3AB2-B98D-E7D7B848E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FF0000"/>
                </a:solidFill>
              </a:rPr>
              <a:t>Objectives</a:t>
            </a:r>
            <a:endParaRPr lang="en-IN" b="1" u="sng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C57AED-CDA8-F65C-1D94-C3245DECE6BC}"/>
              </a:ext>
            </a:extLst>
          </p:cNvPr>
          <p:cNvSpPr txBox="1"/>
          <p:nvPr/>
        </p:nvSpPr>
        <p:spPr>
          <a:xfrm>
            <a:off x="656823" y="1455313"/>
            <a:ext cx="114235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The main objective of this project is to simulate a refrigerator temperature control system where users can increase, decrease, and monitor temperature within defined limits.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It also aims to apply Object-Oriented Programming (OOP) concepts such as classes, inheritance, and method  to design a structured and reusable system.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Additionally, the project focuses on building an interactive menu-driven application that allows users to control the fridge easily, similar to a real-life control panel.</a:t>
            </a:r>
          </a:p>
        </p:txBody>
      </p:sp>
    </p:spTree>
    <p:extLst>
      <p:ext uri="{BB962C8B-B14F-4D97-AF65-F5344CB8AC3E}">
        <p14:creationId xmlns:p14="http://schemas.microsoft.com/office/powerpoint/2010/main" val="3635516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2215A-B206-422A-B2D4-5DBC24F73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Concepts Used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FC3D32-3126-55E8-23DB-6BBD1ACC99C4}"/>
              </a:ext>
            </a:extLst>
          </p:cNvPr>
          <p:cNvSpPr txBox="1"/>
          <p:nvPr/>
        </p:nvSpPr>
        <p:spPr>
          <a:xfrm>
            <a:off x="838200" y="1690688"/>
            <a:ext cx="1115203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400" b="1" u="sng" dirty="0"/>
              <a:t>Object-Oriented Programming (OOP)</a:t>
            </a:r>
            <a:r>
              <a:rPr lang="en-IN" sz="2400" dirty="0"/>
              <a:t> - Organizes the system into classes and methods for modularity and reusability.</a:t>
            </a:r>
          </a:p>
          <a:p>
            <a:pPr lvl="1"/>
            <a:r>
              <a:rPr lang="en-IN" sz="2400" dirty="0"/>
              <a:t>	</a:t>
            </a:r>
            <a:r>
              <a:rPr lang="en-IN" sz="2400" b="1" dirty="0"/>
              <a:t>Classes &amp; Objects </a:t>
            </a:r>
            <a:r>
              <a:rPr lang="en-IN" sz="2400" dirty="0"/>
              <a:t>- Fridge and </a:t>
            </a:r>
            <a:r>
              <a:rPr lang="en-IN" sz="2400" dirty="0" err="1"/>
              <a:t>SmartFridge</a:t>
            </a:r>
            <a:r>
              <a:rPr lang="en-IN" sz="2400" dirty="0"/>
              <a:t> classes define the fridge 	structure and </a:t>
            </a:r>
            <a:r>
              <a:rPr lang="en-IN" sz="2400" dirty="0" err="1"/>
              <a:t>behavior</a:t>
            </a:r>
            <a:r>
              <a:rPr lang="en-IN" sz="2400" dirty="0"/>
              <a:t>; objects represent individual fridge instances.</a:t>
            </a:r>
          </a:p>
          <a:p>
            <a:pPr lvl="1"/>
            <a:r>
              <a:rPr lang="en-IN" sz="2400" dirty="0"/>
              <a:t>	</a:t>
            </a:r>
            <a:r>
              <a:rPr lang="en-IN" sz="2400" b="1" dirty="0"/>
              <a:t>Inheritance</a:t>
            </a:r>
            <a:r>
              <a:rPr lang="en-IN" sz="2400" dirty="0"/>
              <a:t> - </a:t>
            </a:r>
            <a:r>
              <a:rPr lang="en-IN" sz="2400" dirty="0" err="1"/>
              <a:t>SmartFridge</a:t>
            </a:r>
            <a:r>
              <a:rPr lang="en-IN" sz="2400" dirty="0"/>
              <a:t> inherits from Fridge to reuse and extend 	functionality, demonstrating code reuse.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Conditional Statements </a:t>
            </a:r>
            <a:r>
              <a:rPr lang="en-IN" sz="2400" dirty="0"/>
              <a:t>- Used to enforce temperature limits and handle different menu options.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Loops</a:t>
            </a:r>
            <a:r>
              <a:rPr lang="en-IN" sz="2400" dirty="0"/>
              <a:t> - Keeps the menu running continuously, allowing multiple </a:t>
            </a:r>
            <a:r>
              <a:rPr lang="en-IN" sz="2400" dirty="0" err="1"/>
              <a:t>userinteractions</a:t>
            </a:r>
            <a:r>
              <a:rPr lang="en-IN" sz="2400" dirty="0"/>
              <a:t> until exit.</a:t>
            </a:r>
          </a:p>
          <a:p>
            <a:endParaRPr lang="en-US" sz="2400" dirty="0"/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0E766F96-483B-5A46-1BB0-FB61B405BA03}"/>
              </a:ext>
            </a:extLst>
          </p:cNvPr>
          <p:cNvCxnSpPr>
            <a:cxnSpLocks/>
          </p:cNvCxnSpPr>
          <p:nvPr/>
        </p:nvCxnSpPr>
        <p:spPr>
          <a:xfrm>
            <a:off x="1500299" y="2491973"/>
            <a:ext cx="341380" cy="173954"/>
          </a:xfrm>
          <a:prstGeom prst="bentConnector3">
            <a:avLst>
              <a:gd name="adj1" fmla="val 956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B5F3F678-AE0E-8CF6-DA4A-C1FC16C2AB7A}"/>
              </a:ext>
            </a:extLst>
          </p:cNvPr>
          <p:cNvCxnSpPr>
            <a:cxnSpLocks/>
          </p:cNvCxnSpPr>
          <p:nvPr/>
        </p:nvCxnSpPr>
        <p:spPr>
          <a:xfrm>
            <a:off x="1500299" y="3255046"/>
            <a:ext cx="341380" cy="173954"/>
          </a:xfrm>
          <a:prstGeom prst="bentConnector3">
            <a:avLst>
              <a:gd name="adj1" fmla="val 956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3168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802480F-A63B-7E6C-7874-1E669B3CC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69" y="626394"/>
            <a:ext cx="4600590" cy="16918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5FE525-A998-02D4-3EE3-02BADD914A72}"/>
              </a:ext>
            </a:extLst>
          </p:cNvPr>
          <p:cNvSpPr txBox="1"/>
          <p:nvPr/>
        </p:nvSpPr>
        <p:spPr>
          <a:xfrm>
            <a:off x="7160654" y="953042"/>
            <a:ext cx="43644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 this part of code, I have used </a:t>
            </a:r>
            <a:r>
              <a:rPr lang="en-US" sz="2400" b="1" dirty="0"/>
              <a:t>OOPs </a:t>
            </a:r>
            <a:r>
              <a:rPr lang="en-US" sz="2400" dirty="0"/>
              <a:t>concept by create a class</a:t>
            </a:r>
            <a:endParaRPr lang="en-IN" sz="2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B3C5547-570E-AF9C-813E-2B9EFBDBB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3102" y="3567445"/>
            <a:ext cx="4892156" cy="18951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9FD1441-1DB6-011A-E704-FF2B1CC90772}"/>
              </a:ext>
            </a:extLst>
          </p:cNvPr>
          <p:cNvSpPr txBox="1"/>
          <p:nvPr/>
        </p:nvSpPr>
        <p:spPr>
          <a:xfrm>
            <a:off x="850006" y="3730190"/>
            <a:ext cx="44174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 this part of code, I have used </a:t>
            </a:r>
            <a:r>
              <a:rPr lang="en-US" sz="2400" b="1" dirty="0"/>
              <a:t>Inheritance</a:t>
            </a:r>
            <a:r>
              <a:rPr lang="en-US" sz="2400" dirty="0"/>
              <a:t> concept  by inheriting the parent class into child class</a:t>
            </a:r>
            <a:endParaRPr lang="en-IN" sz="2400" dirty="0"/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C4B6E42A-7C05-F564-383D-0AA93E99CDCB}"/>
              </a:ext>
            </a:extLst>
          </p:cNvPr>
          <p:cNvSpPr/>
          <p:nvPr/>
        </p:nvSpPr>
        <p:spPr>
          <a:xfrm>
            <a:off x="5634507" y="1415704"/>
            <a:ext cx="922986" cy="186744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7F6ACE52-0BFC-5580-2D5E-C93BBAD279B7}"/>
              </a:ext>
            </a:extLst>
          </p:cNvPr>
          <p:cNvSpPr/>
          <p:nvPr/>
        </p:nvSpPr>
        <p:spPr>
          <a:xfrm>
            <a:off x="5617335" y="4329254"/>
            <a:ext cx="940158" cy="16742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42725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3109A-C4DF-8573-7943-4CF03B7C3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852" y="642987"/>
            <a:ext cx="4058216" cy="16575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9ED7E5-D756-8919-8203-05D7DABB5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22" y="2835057"/>
            <a:ext cx="3781953" cy="32580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F7059F-684E-DEF3-DCD2-D88C24CF5350}"/>
              </a:ext>
            </a:extLst>
          </p:cNvPr>
          <p:cNvSpPr txBox="1"/>
          <p:nvPr/>
        </p:nvSpPr>
        <p:spPr>
          <a:xfrm>
            <a:off x="872932" y="642987"/>
            <a:ext cx="45977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I used a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while loop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in this part of the code, which allows the program to keep running until the user stops it.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73D1772-8429-2B1F-1F9C-1AEB08198097}"/>
              </a:ext>
            </a:extLst>
          </p:cNvPr>
          <p:cNvSpPr/>
          <p:nvPr/>
        </p:nvSpPr>
        <p:spPr>
          <a:xfrm>
            <a:off x="5781154" y="1304352"/>
            <a:ext cx="940158" cy="16742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674960-2878-13E4-A7A1-E57093CE8F96}"/>
              </a:ext>
            </a:extLst>
          </p:cNvPr>
          <p:cNvSpPr txBox="1"/>
          <p:nvPr/>
        </p:nvSpPr>
        <p:spPr>
          <a:xfrm>
            <a:off x="6393676" y="3957268"/>
            <a:ext cx="51415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 this part of the code, I have used </a:t>
            </a:r>
            <a:r>
              <a:rPr lang="en-US" sz="2400" b="1" dirty="0"/>
              <a:t>conditional statements</a:t>
            </a:r>
            <a:r>
              <a:rPr lang="en-US" sz="2400" dirty="0"/>
              <a:t> to control the flow based on conditions.</a:t>
            </a:r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2CE79174-4525-94A2-2CD7-81B4DEFF051C}"/>
              </a:ext>
            </a:extLst>
          </p:cNvPr>
          <p:cNvSpPr/>
          <p:nvPr/>
        </p:nvSpPr>
        <p:spPr>
          <a:xfrm>
            <a:off x="5009197" y="4370688"/>
            <a:ext cx="922986" cy="186744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28900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8" grpId="0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FF79D-05A1-3E1D-D98F-011BB2885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solidFill>
                  <a:srgbClr val="FF0000"/>
                </a:solidFill>
              </a:rPr>
              <a:t>Working of the Program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75ED6BE-DFF5-2322-17D5-594FB775B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60291"/>
            <a:ext cx="1101762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The program is menu-driven, displaying options like showing temperature, adjusting it, or activating modes.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The user selects an option by entering a number corresponding to the desired action.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The system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performs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the chosen action, such as increasing/decreasing temperature or switching to Quick Freeze/Normal mode.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 continuous loop (while True) ensures the menu keeps running, allowing multiple operations until the user chooses to exit. </a:t>
            </a:r>
          </a:p>
        </p:txBody>
      </p:sp>
    </p:spTree>
    <p:extLst>
      <p:ext uri="{BB962C8B-B14F-4D97-AF65-F5344CB8AC3E}">
        <p14:creationId xmlns:p14="http://schemas.microsoft.com/office/powerpoint/2010/main" val="4276733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F5FFCC2-0866-67DF-A389-8DFBF4A38EEC}"/>
              </a:ext>
            </a:extLst>
          </p:cNvPr>
          <p:cNvSpPr txBox="1"/>
          <p:nvPr/>
        </p:nvSpPr>
        <p:spPr>
          <a:xfrm>
            <a:off x="6194738" y="682580"/>
            <a:ext cx="47651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 have used two different class and I one is Parent class and another is Child class</a:t>
            </a:r>
            <a:endParaRPr lang="en-IN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9E6A92-F519-FE69-1C73-D4A13D874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501" y="3174410"/>
            <a:ext cx="3652042" cy="22347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7BE05C0-3F69-055F-F8A1-8FF6FB78177A}"/>
              </a:ext>
            </a:extLst>
          </p:cNvPr>
          <p:cNvSpPr txBox="1"/>
          <p:nvPr/>
        </p:nvSpPr>
        <p:spPr>
          <a:xfrm>
            <a:off x="6194738" y="3691603"/>
            <a:ext cx="49583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As this is menu driven code the user can select the option which are given in code while execution</a:t>
            </a:r>
            <a:endParaRPr lang="en-IN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72E991-DBE0-5631-21AB-5861277B12A5}"/>
              </a:ext>
            </a:extLst>
          </p:cNvPr>
          <p:cNvSpPr txBox="1"/>
          <p:nvPr/>
        </p:nvSpPr>
        <p:spPr>
          <a:xfrm>
            <a:off x="940158" y="5412256"/>
            <a:ext cx="2653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MENU GIVEN IN THE CODE</a:t>
            </a:r>
            <a:endParaRPr lang="en-IN" b="1" u="sng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32DDA3B-91E9-FB5B-DD66-1FBA13FDA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555" y="365677"/>
            <a:ext cx="3999138" cy="21305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7" name="Arrow: Left 16">
            <a:extLst>
              <a:ext uri="{FF2B5EF4-FFF2-40B4-BE49-F238E27FC236}">
                <a16:creationId xmlns:a16="http://schemas.microsoft.com/office/drawing/2014/main" id="{1C04905D-1996-2442-6B2E-0A4D9591A9DF}"/>
              </a:ext>
            </a:extLst>
          </p:cNvPr>
          <p:cNvSpPr/>
          <p:nvPr/>
        </p:nvSpPr>
        <p:spPr>
          <a:xfrm>
            <a:off x="4812722" y="4325495"/>
            <a:ext cx="922986" cy="186744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412D50C5-E9FE-5A73-AEAF-86D5A44E139F}"/>
              </a:ext>
            </a:extLst>
          </p:cNvPr>
          <p:cNvSpPr/>
          <p:nvPr/>
        </p:nvSpPr>
        <p:spPr>
          <a:xfrm>
            <a:off x="4812722" y="1282744"/>
            <a:ext cx="922986" cy="186744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41894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2" grpId="0"/>
      <p:bldP spid="17" grpId="0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5B190F7-0AE6-E58D-7028-198353D315C7}"/>
              </a:ext>
            </a:extLst>
          </p:cNvPr>
          <p:cNvSpPr txBox="1"/>
          <p:nvPr/>
        </p:nvSpPr>
        <p:spPr>
          <a:xfrm>
            <a:off x="5448199" y="1929027"/>
            <a:ext cx="609814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 used different methods in a classes to combine </a:t>
            </a:r>
            <a:r>
              <a:rPr lang="en-US" sz="2400" b="1" dirty="0">
                <a:effectLst/>
              </a:rPr>
              <a:t>data and behavior</a:t>
            </a:r>
            <a:r>
              <a:rPr lang="en-US" sz="2400" dirty="0"/>
              <a:t> into a single, organized unit (an object), which provides structure, reusability, and easier maintenance for complex programs</a:t>
            </a:r>
            <a:endParaRPr lang="en-IN" sz="2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FAC9279-9A3E-FC7B-01FC-B9CD12A93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660" y="862730"/>
            <a:ext cx="3017424" cy="46711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9" name="Arrow: Left 18">
            <a:extLst>
              <a:ext uri="{FF2B5EF4-FFF2-40B4-BE49-F238E27FC236}">
                <a16:creationId xmlns:a16="http://schemas.microsoft.com/office/drawing/2014/main" id="{382F243B-4690-69C8-7343-A6E2D3ABE49F}"/>
              </a:ext>
            </a:extLst>
          </p:cNvPr>
          <p:cNvSpPr/>
          <p:nvPr/>
        </p:nvSpPr>
        <p:spPr>
          <a:xfrm>
            <a:off x="4349082" y="2898523"/>
            <a:ext cx="922986" cy="186744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175039-429B-BE0B-30DC-92B82059FD05}"/>
              </a:ext>
            </a:extLst>
          </p:cNvPr>
          <p:cNvSpPr txBox="1"/>
          <p:nvPr/>
        </p:nvSpPr>
        <p:spPr>
          <a:xfrm>
            <a:off x="459662" y="5687493"/>
            <a:ext cx="3889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DIFFERENT METHODS USED IN PROGRAM</a:t>
            </a: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3573194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 animBg="1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A26A-95F0-077F-522B-13C41FE31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FF0000"/>
                </a:solidFill>
              </a:rPr>
              <a:t>WORKING OF METHODS</a:t>
            </a:r>
            <a:endParaRPr lang="en-IN" b="1" u="sng" dirty="0">
              <a:solidFill>
                <a:srgbClr val="FF0000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D90E37D-8275-E3B9-C0E3-454CD8751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584036"/>
            <a:ext cx="1138965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Temperature – User can view the current fridge temperature at any time.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Increase/Decrease Temperature – Adjust the fridge temperature within safe limits using the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+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-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buttons. 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Quick Freeze Mode – Instantly sets the fridge temperature to a low preset value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(-2°C) for rapid cooling.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 Mode – Resets the fridge to a standard cooling temperature (2°C).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Exit System – Safely ends the program when the user selects the exit option. </a:t>
            </a:r>
          </a:p>
        </p:txBody>
      </p:sp>
    </p:spTree>
    <p:extLst>
      <p:ext uri="{BB962C8B-B14F-4D97-AF65-F5344CB8AC3E}">
        <p14:creationId xmlns:p14="http://schemas.microsoft.com/office/powerpoint/2010/main" val="690567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B7DCD6-3ABC-D43C-6927-E6E9C144C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04" y="2369712"/>
            <a:ext cx="3715268" cy="34698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08758E-F499-809D-9323-E8B73E29D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704" y="259588"/>
            <a:ext cx="3715268" cy="14533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8431A0C-AF58-6EC9-F634-0ADEEA824CF6}"/>
              </a:ext>
            </a:extLst>
          </p:cNvPr>
          <p:cNvSpPr txBox="1"/>
          <p:nvPr/>
        </p:nvSpPr>
        <p:spPr>
          <a:xfrm>
            <a:off x="6096000" y="570740"/>
            <a:ext cx="558943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In this method, I have written code that allows the user to view the </a:t>
            </a:r>
            <a:r>
              <a:rPr lang="en-US" altLang="en-US" sz="2400" b="1" u="sng" dirty="0">
                <a:solidFill>
                  <a:schemeClr val="tx1"/>
                </a:solidFill>
                <a:latin typeface="Arial" panose="020B0604020202020204" pitchFamily="34" charset="0"/>
              </a:rPr>
              <a:t>Temperature On The Display.</a:t>
            </a:r>
          </a:p>
          <a:p>
            <a:endParaRPr lang="en-IN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6F12DD-1FA3-439D-8B33-E6349D8A544D}"/>
              </a:ext>
            </a:extLst>
          </p:cNvPr>
          <p:cNvSpPr txBox="1"/>
          <p:nvPr/>
        </p:nvSpPr>
        <p:spPr>
          <a:xfrm>
            <a:off x="1468191" y="1764092"/>
            <a:ext cx="1300767" cy="309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METHOD 1</a:t>
            </a:r>
            <a:endParaRPr lang="en-IN" b="1" u="sn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EACB58-33CB-A336-0C0E-E3774881691F}"/>
              </a:ext>
            </a:extLst>
          </p:cNvPr>
          <p:cNvSpPr txBox="1"/>
          <p:nvPr/>
        </p:nvSpPr>
        <p:spPr>
          <a:xfrm>
            <a:off x="822101" y="5980626"/>
            <a:ext cx="2820474" cy="309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METHOD 2 AND METHOD 3</a:t>
            </a:r>
            <a:endParaRPr lang="en-IN" b="1" u="sng" dirty="0"/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C446465F-EA9A-0FE1-1CB3-163471970A97}"/>
              </a:ext>
            </a:extLst>
          </p:cNvPr>
          <p:cNvSpPr/>
          <p:nvPr/>
        </p:nvSpPr>
        <p:spPr>
          <a:xfrm>
            <a:off x="4631493" y="3935792"/>
            <a:ext cx="922986" cy="186744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E981B4D1-B9C4-2B57-BBAF-F3B8BACAEC02}"/>
              </a:ext>
            </a:extLst>
          </p:cNvPr>
          <p:cNvSpPr/>
          <p:nvPr/>
        </p:nvSpPr>
        <p:spPr>
          <a:xfrm>
            <a:off x="4631493" y="986238"/>
            <a:ext cx="922986" cy="186744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BD7F30-B269-E47A-71DF-23295A87A83C}"/>
              </a:ext>
            </a:extLst>
          </p:cNvPr>
          <p:cNvSpPr txBox="1"/>
          <p:nvPr/>
        </p:nvSpPr>
        <p:spPr>
          <a:xfrm>
            <a:off x="6375041" y="3429000"/>
            <a:ext cx="531038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In methods 2 and 3, I have written code that allows the user to control the </a:t>
            </a:r>
            <a:r>
              <a:rPr lang="en-US" altLang="en-US" sz="2400" b="1" u="sng" dirty="0">
                <a:solidFill>
                  <a:schemeClr val="tx1"/>
                </a:solidFill>
                <a:latin typeface="Arial" panose="020B0604020202020204" pitchFamily="34" charset="0"/>
              </a:rPr>
              <a:t>Temperature By Increasing It By 1 Or Decreasing It By 1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73367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4BA674D-E1C0-77FF-D05F-3E786EF7A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18" y="553793"/>
            <a:ext cx="4403358" cy="13468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E57E81-64F7-1534-229B-F05118041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18" y="3309871"/>
            <a:ext cx="4403358" cy="1991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04F24D0-36B3-E121-4ACD-723246C7A75B}"/>
              </a:ext>
            </a:extLst>
          </p:cNvPr>
          <p:cNvSpPr txBox="1"/>
          <p:nvPr/>
        </p:nvSpPr>
        <p:spPr>
          <a:xfrm>
            <a:off x="2189409" y="1977900"/>
            <a:ext cx="1803042" cy="309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METHOD 4</a:t>
            </a:r>
            <a:endParaRPr lang="en-IN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D70564-A52F-E804-F457-4CD067D9230E}"/>
              </a:ext>
            </a:extLst>
          </p:cNvPr>
          <p:cNvSpPr txBox="1"/>
          <p:nvPr/>
        </p:nvSpPr>
        <p:spPr>
          <a:xfrm>
            <a:off x="2189409" y="5300871"/>
            <a:ext cx="1880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METHOD 5</a:t>
            </a:r>
            <a:endParaRPr lang="en-IN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81B968-4960-F69C-1849-C8015CF34803}"/>
              </a:ext>
            </a:extLst>
          </p:cNvPr>
          <p:cNvSpPr txBox="1"/>
          <p:nvPr/>
        </p:nvSpPr>
        <p:spPr>
          <a:xfrm>
            <a:off x="7026355" y="3705206"/>
            <a:ext cx="44947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 this method 5, I have written the code that allows the  user to quickly active </a:t>
            </a:r>
            <a:r>
              <a:rPr lang="en-US" sz="2400" b="1" u="sng" dirty="0"/>
              <a:t>Normal mode</a:t>
            </a:r>
            <a:endParaRPr lang="en-IN" sz="24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8B0CBBE-5621-9627-B3EA-A7DE00C7E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6355" y="627045"/>
            <a:ext cx="449472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this method, I have written code that allows the user to activate </a:t>
            </a: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Quick Freeze mode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B0279B0C-211F-13F3-5EB3-5E488908A581}"/>
              </a:ext>
            </a:extLst>
          </p:cNvPr>
          <p:cNvSpPr/>
          <p:nvPr/>
        </p:nvSpPr>
        <p:spPr>
          <a:xfrm>
            <a:off x="5634507" y="1040465"/>
            <a:ext cx="922986" cy="186744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4792C963-E4AF-38D9-849F-77C923DADA71}"/>
              </a:ext>
            </a:extLst>
          </p:cNvPr>
          <p:cNvSpPr/>
          <p:nvPr/>
        </p:nvSpPr>
        <p:spPr>
          <a:xfrm>
            <a:off x="5634507" y="4211998"/>
            <a:ext cx="922986" cy="186744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78991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8" grpId="0"/>
      <p:bldP spid="10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DDA264-42F7-CB82-0A00-EB42BFE8AAB4}"/>
              </a:ext>
            </a:extLst>
          </p:cNvPr>
          <p:cNvSpPr txBox="1"/>
          <p:nvPr/>
        </p:nvSpPr>
        <p:spPr>
          <a:xfrm>
            <a:off x="437881" y="270457"/>
            <a:ext cx="75083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u="sng" dirty="0">
                <a:solidFill>
                  <a:srgbClr val="FF0000"/>
                </a:solidFill>
              </a:rPr>
              <a:t>Execution Of The Code</a:t>
            </a:r>
            <a:endParaRPr lang="en-IN" sz="4400" b="1" u="sng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3D3F95-1F63-D1F6-2891-1D2569593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48" y="1604750"/>
            <a:ext cx="3801005" cy="148610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64AA9E3-C070-1A20-68E3-811EF4393A37}"/>
              </a:ext>
            </a:extLst>
          </p:cNvPr>
          <p:cNvSpPr txBox="1"/>
          <p:nvPr/>
        </p:nvSpPr>
        <p:spPr>
          <a:xfrm>
            <a:off x="6399523" y="1747638"/>
            <a:ext cx="51644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 this I have called Parent class and displayed Temperature using display method</a:t>
            </a:r>
            <a:endParaRPr lang="en-IN" sz="2400" dirty="0"/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454F5A3C-8E35-BDF0-CB99-C15C6617A063}"/>
              </a:ext>
            </a:extLst>
          </p:cNvPr>
          <p:cNvSpPr/>
          <p:nvPr/>
        </p:nvSpPr>
        <p:spPr>
          <a:xfrm>
            <a:off x="4952795" y="2254430"/>
            <a:ext cx="922986" cy="186744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76736E71-3EAB-DE82-C580-8D22F8B076B1}"/>
              </a:ext>
            </a:extLst>
          </p:cNvPr>
          <p:cNvSpPr/>
          <p:nvPr/>
        </p:nvSpPr>
        <p:spPr>
          <a:xfrm>
            <a:off x="4952795" y="4814632"/>
            <a:ext cx="922986" cy="186744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2802931-D826-FD9C-B5B8-1571FC6F6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47" y="3331298"/>
            <a:ext cx="3544707" cy="330327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906AF2D-B023-1BE1-B579-0D43CF3CA2CB}"/>
              </a:ext>
            </a:extLst>
          </p:cNvPr>
          <p:cNvSpPr txBox="1"/>
          <p:nvPr/>
        </p:nvSpPr>
        <p:spPr>
          <a:xfrm>
            <a:off x="6593983" y="3938508"/>
            <a:ext cx="496996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 this I have called the Child class and displayed the menu and here user can select the option present in this menu</a:t>
            </a:r>
            <a:r>
              <a:rPr lang="en-IN" sz="2400" dirty="0"/>
              <a:t> and user selected option 1 to display </a:t>
            </a:r>
            <a:r>
              <a:rPr lang="en-US" sz="2400" dirty="0"/>
              <a:t>Temperature </a:t>
            </a:r>
          </a:p>
        </p:txBody>
      </p:sp>
    </p:spTree>
    <p:extLst>
      <p:ext uri="{BB962C8B-B14F-4D97-AF65-F5344CB8AC3E}">
        <p14:creationId xmlns:p14="http://schemas.microsoft.com/office/powerpoint/2010/main" val="98778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/>
      <p:bldP spid="16" grpId="0" animBg="1"/>
      <p:bldP spid="17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606539-84B1-DC75-72BA-2629BEB14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58" y="3659873"/>
            <a:ext cx="3621980" cy="26024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2B53CE-8B2F-EED5-C9E1-7CC35B82B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59" y="410196"/>
            <a:ext cx="3621980" cy="2610136"/>
          </a:xfrm>
          <a:prstGeom prst="rect">
            <a:avLst/>
          </a:prstGeom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7D54A192-40E7-B2CD-E10B-3EACF5E06AF2}"/>
              </a:ext>
            </a:extLst>
          </p:cNvPr>
          <p:cNvSpPr/>
          <p:nvPr/>
        </p:nvSpPr>
        <p:spPr>
          <a:xfrm>
            <a:off x="4927037" y="1528520"/>
            <a:ext cx="922986" cy="186744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C3D54-9656-E1B8-2F28-188CABF3E204}"/>
              </a:ext>
            </a:extLst>
          </p:cNvPr>
          <p:cNvSpPr txBox="1"/>
          <p:nvPr/>
        </p:nvSpPr>
        <p:spPr>
          <a:xfrm>
            <a:off x="6503831" y="1113021"/>
            <a:ext cx="51889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Here the user selected the option 2 and the temperature got increased 1</a:t>
            </a:r>
            <a:endParaRPr lang="en-I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C4EBC2-D140-CFD9-5090-69581665FD3C}"/>
              </a:ext>
            </a:extLst>
          </p:cNvPr>
          <p:cNvSpPr txBox="1"/>
          <p:nvPr/>
        </p:nvSpPr>
        <p:spPr>
          <a:xfrm>
            <a:off x="6503831" y="4498484"/>
            <a:ext cx="53704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Here the user selected the option 3 and the temperature got decreased 1</a:t>
            </a:r>
            <a:endParaRPr lang="en-IN" sz="2400" dirty="0"/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00F37E12-D3C9-0271-2E55-ECC28480DC22}"/>
              </a:ext>
            </a:extLst>
          </p:cNvPr>
          <p:cNvSpPr/>
          <p:nvPr/>
        </p:nvSpPr>
        <p:spPr>
          <a:xfrm>
            <a:off x="4851041" y="4820610"/>
            <a:ext cx="922986" cy="186744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17761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265F32-3470-88FE-A5DE-9286135D4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916" y="3381065"/>
            <a:ext cx="3158018" cy="29648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3F85CC-B4A1-A5A2-5468-B1E52BB92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051" y="263666"/>
            <a:ext cx="3179883" cy="2716451"/>
          </a:xfrm>
          <a:prstGeom prst="rect">
            <a:avLst/>
          </a:prstGeom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6D968667-FCE7-CDD7-D7D7-5184C5177FA7}"/>
              </a:ext>
            </a:extLst>
          </p:cNvPr>
          <p:cNvSpPr/>
          <p:nvPr/>
        </p:nvSpPr>
        <p:spPr>
          <a:xfrm>
            <a:off x="4643699" y="1528520"/>
            <a:ext cx="922986" cy="186744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64BCF69F-EC04-FD7F-1FDA-6C75B7471D14}"/>
              </a:ext>
            </a:extLst>
          </p:cNvPr>
          <p:cNvSpPr/>
          <p:nvPr/>
        </p:nvSpPr>
        <p:spPr>
          <a:xfrm>
            <a:off x="4643699" y="4676751"/>
            <a:ext cx="922986" cy="186744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1EFD7C-2084-D205-1FDE-93FBB70BDCFE}"/>
              </a:ext>
            </a:extLst>
          </p:cNvPr>
          <p:cNvSpPr txBox="1"/>
          <p:nvPr/>
        </p:nvSpPr>
        <p:spPr>
          <a:xfrm>
            <a:off x="5988675" y="1206392"/>
            <a:ext cx="59594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Here the user selected the option 4 and Quick Freeze Mode got Activated</a:t>
            </a: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F0679C-B2B4-2BB8-FECF-6B4FDAEE57CD}"/>
              </a:ext>
            </a:extLst>
          </p:cNvPr>
          <p:cNvSpPr txBox="1"/>
          <p:nvPr/>
        </p:nvSpPr>
        <p:spPr>
          <a:xfrm>
            <a:off x="5988675" y="4354624"/>
            <a:ext cx="60981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Here the user selected the option 5 and Normal Mode got Activated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97171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DB8E63-2251-F6B5-0AF7-266B5A721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463" y="862887"/>
            <a:ext cx="3342382" cy="23986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5472F1-D506-7A90-E043-B3CC7F118483}"/>
              </a:ext>
            </a:extLst>
          </p:cNvPr>
          <p:cNvSpPr txBox="1"/>
          <p:nvPr/>
        </p:nvSpPr>
        <p:spPr>
          <a:xfrm>
            <a:off x="6096000" y="1646733"/>
            <a:ext cx="60981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Here, the user selected option 5 and exited the loop.</a:t>
            </a:r>
          </a:p>
        </p:txBody>
      </p:sp>
      <p:sp>
        <p:nvSpPr>
          <p:cNvPr id="4" name="Arrow: Left 3">
            <a:extLst>
              <a:ext uri="{FF2B5EF4-FFF2-40B4-BE49-F238E27FC236}">
                <a16:creationId xmlns:a16="http://schemas.microsoft.com/office/drawing/2014/main" id="{E914DCDB-D068-D969-8687-31861EE4FFE4}"/>
              </a:ext>
            </a:extLst>
          </p:cNvPr>
          <p:cNvSpPr/>
          <p:nvPr/>
        </p:nvSpPr>
        <p:spPr>
          <a:xfrm>
            <a:off x="4708096" y="1968859"/>
            <a:ext cx="922986" cy="186744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78062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15F6E-A541-E9D4-0C46-33C0E0DB7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2EB9218-A70A-449C-715D-C94D172BD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76334"/>
            <a:ext cx="1087418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successfully implemented Object-Oriented Programming (OOP) concepts, including classes, inheritance, and method reuse.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interactive fridge system was built, allowing users to control temperature, switch modes, and view status through a menu-driven interface.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demonstrates real-world application, simulating how modern refrigerators maintain temperature limits, provide preset modes, and ensure safe food storage. </a:t>
            </a:r>
          </a:p>
        </p:txBody>
      </p:sp>
    </p:spTree>
    <p:extLst>
      <p:ext uri="{BB962C8B-B14F-4D97-AF65-F5344CB8AC3E}">
        <p14:creationId xmlns:p14="http://schemas.microsoft.com/office/powerpoint/2010/main" val="2476271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1D678E-C6A0-4493-53FD-A54052BDD25B}"/>
              </a:ext>
            </a:extLst>
          </p:cNvPr>
          <p:cNvSpPr txBox="1"/>
          <p:nvPr/>
        </p:nvSpPr>
        <p:spPr>
          <a:xfrm>
            <a:off x="2919376" y="384313"/>
            <a:ext cx="6353248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00" u="sng" dirty="0">
                <a:solidFill>
                  <a:srgbClr val="FF0000"/>
                </a:solidFill>
                <a:latin typeface="Algerian" panose="04020705040A02060702" pitchFamily="82" charset="0"/>
              </a:rPr>
              <a:t>Q</a:t>
            </a:r>
            <a:r>
              <a:rPr lang="en-US" sz="19900" u="sng" dirty="0">
                <a:solidFill>
                  <a:schemeClr val="tx1"/>
                </a:solidFill>
                <a:latin typeface="Algerian" panose="04020705040A02060702" pitchFamily="82" charset="0"/>
              </a:rPr>
              <a:t>&amp;</a:t>
            </a:r>
            <a:r>
              <a:rPr lang="en-US" sz="19900" u="sng" dirty="0">
                <a:solidFill>
                  <a:srgbClr val="FF0000"/>
                </a:solidFill>
                <a:latin typeface="Algerian" panose="04020705040A02060702" pitchFamily="82" charset="0"/>
              </a:rPr>
              <a:t>A</a:t>
            </a:r>
            <a:endParaRPr lang="en-IN" sz="19900" u="sng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715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32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6118</TotalTime>
  <Words>1064</Words>
  <Application>Microsoft Office PowerPoint</Application>
  <PresentationFormat>Widescreen</PresentationFormat>
  <Paragraphs>102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Algerian</vt:lpstr>
      <vt:lpstr>Lato Black</vt:lpstr>
      <vt:lpstr>Libre Baskerville</vt:lpstr>
      <vt:lpstr>Calibri</vt:lpstr>
      <vt:lpstr>Arial Unicode MS</vt:lpstr>
      <vt:lpstr>Arial</vt:lpstr>
      <vt:lpstr>Office Theme</vt:lpstr>
      <vt:lpstr>PowerPoint Presentation</vt:lpstr>
      <vt:lpstr>PowerPoint Presentation</vt:lpstr>
      <vt:lpstr>Agenda</vt:lpstr>
      <vt:lpstr>PowerPoint Presentation</vt:lpstr>
      <vt:lpstr>Business Problem</vt:lpstr>
      <vt:lpstr>Objectives</vt:lpstr>
      <vt:lpstr>Concepts Used</vt:lpstr>
      <vt:lpstr>PowerPoint Presentation</vt:lpstr>
      <vt:lpstr>PowerPoint Presentation</vt:lpstr>
      <vt:lpstr>Working of the Program</vt:lpstr>
      <vt:lpstr>PowerPoint Presentation</vt:lpstr>
      <vt:lpstr>PowerPoint Presentation</vt:lpstr>
      <vt:lpstr>WORKING OF METHODS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sai nikhilesh</cp:lastModifiedBy>
  <cp:revision>20</cp:revision>
  <dcterms:created xsi:type="dcterms:W3CDTF">2021-02-16T05:19:01Z</dcterms:created>
  <dcterms:modified xsi:type="dcterms:W3CDTF">2026-03-29T14:00:22Z</dcterms:modified>
</cp:coreProperties>
</file>